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2" r:id="rId3"/>
    <p:sldId id="283" r:id="rId4"/>
    <p:sldId id="284" r:id="rId5"/>
    <p:sldId id="285" r:id="rId6"/>
    <p:sldId id="259" r:id="rId7"/>
    <p:sldId id="286" r:id="rId8"/>
    <p:sldId id="287" r:id="rId9"/>
    <p:sldId id="288" r:id="rId10"/>
    <p:sldId id="289" r:id="rId11"/>
    <p:sldId id="260" r:id="rId12"/>
    <p:sldId id="290" r:id="rId13"/>
    <p:sldId id="291" r:id="rId14"/>
    <p:sldId id="292" r:id="rId15"/>
    <p:sldId id="293" r:id="rId16"/>
    <p:sldId id="261" r:id="rId17"/>
    <p:sldId id="294" r:id="rId18"/>
    <p:sldId id="295" r:id="rId19"/>
    <p:sldId id="296" r:id="rId20"/>
    <p:sldId id="297" r:id="rId21"/>
    <p:sldId id="262" r:id="rId22"/>
    <p:sldId id="298" r:id="rId23"/>
    <p:sldId id="263" r:id="rId24"/>
    <p:sldId id="264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K SRIVASTAVA" userId="fe60f65fa1476c4b" providerId="LiveId" clId="{80693E12-3705-4A39-9203-16A234966FC0}"/>
    <pc:docChg chg="delSld modSld">
      <pc:chgData name="ANAND K SRIVASTAVA" userId="fe60f65fa1476c4b" providerId="LiveId" clId="{80693E12-3705-4A39-9203-16A234966FC0}" dt="2026-10-25T09:52:35.097" v="85" actId="47"/>
      <pc:docMkLst>
        <pc:docMk/>
      </pc:docMkLst>
      <pc:sldChg chg="del">
        <pc:chgData name="ANAND K SRIVASTAVA" userId="fe60f65fa1476c4b" providerId="LiveId" clId="{80693E12-3705-4A39-9203-16A234966FC0}" dt="2026-10-25T09:52:35.097" v="85" actId="47"/>
        <pc:sldMkLst>
          <pc:docMk/>
          <pc:sldMk cId="1374505767" sldId="257"/>
        </pc:sldMkLst>
      </pc:sldChg>
      <pc:sldChg chg="modSp mod">
        <pc:chgData name="ANAND K SRIVASTAVA" userId="fe60f65fa1476c4b" providerId="LiveId" clId="{80693E12-3705-4A39-9203-16A234966FC0}" dt="2026-10-25T09:50:32.894" v="59" actId="14100"/>
        <pc:sldMkLst>
          <pc:docMk/>
          <pc:sldMk cId="1245070278" sldId="260"/>
        </pc:sldMkLst>
        <pc:picChg chg="mod">
          <ac:chgData name="ANAND K SRIVASTAVA" userId="fe60f65fa1476c4b" providerId="LiveId" clId="{80693E12-3705-4A39-9203-16A234966FC0}" dt="2026-10-25T09:50:32.894" v="59" actId="14100"/>
          <ac:picMkLst>
            <pc:docMk/>
            <pc:sldMk cId="1245070278" sldId="260"/>
            <ac:picMk id="3" creationId="{4EF585D9-9765-3258-350F-09DB167A7D49}"/>
          </ac:picMkLst>
        </pc:picChg>
      </pc:sldChg>
      <pc:sldChg chg="modSp mod">
        <pc:chgData name="ANAND K SRIVASTAVA" userId="fe60f65fa1476c4b" providerId="LiveId" clId="{80693E12-3705-4A39-9203-16A234966FC0}" dt="2026-10-25T09:49:21.107" v="43" actId="14100"/>
        <pc:sldMkLst>
          <pc:docMk/>
          <pc:sldMk cId="3708400085" sldId="261"/>
        </pc:sldMkLst>
        <pc:picChg chg="mod">
          <ac:chgData name="ANAND K SRIVASTAVA" userId="fe60f65fa1476c4b" providerId="LiveId" clId="{80693E12-3705-4A39-9203-16A234966FC0}" dt="2026-10-25T09:49:21.107" v="43" actId="14100"/>
          <ac:picMkLst>
            <pc:docMk/>
            <pc:sldMk cId="3708400085" sldId="261"/>
            <ac:picMk id="3" creationId="{8054E60D-C16B-2C97-F167-0DBCAB437835}"/>
          </ac:picMkLst>
        </pc:picChg>
      </pc:sldChg>
      <pc:sldChg chg="modSp mod">
        <pc:chgData name="ANAND K SRIVASTAVA" userId="fe60f65fa1476c4b" providerId="LiveId" clId="{80693E12-3705-4A39-9203-16A234966FC0}" dt="2026-10-25T09:46:47.603" v="14" actId="14100"/>
        <pc:sldMkLst>
          <pc:docMk/>
          <pc:sldMk cId="3957753452" sldId="262"/>
        </pc:sldMkLst>
        <pc:picChg chg="mod">
          <ac:chgData name="ANAND K SRIVASTAVA" userId="fe60f65fa1476c4b" providerId="LiveId" clId="{80693E12-3705-4A39-9203-16A234966FC0}" dt="2026-10-25T09:46:47.603" v="14" actId="14100"/>
          <ac:picMkLst>
            <pc:docMk/>
            <pc:sldMk cId="3957753452" sldId="262"/>
            <ac:picMk id="3" creationId="{9ACAD756-F738-A50B-6E0C-4E9682070ED9}"/>
          </ac:picMkLst>
        </pc:picChg>
      </pc:sldChg>
      <pc:sldChg chg="modSp mod">
        <pc:chgData name="ANAND K SRIVASTAVA" userId="fe60f65fa1476c4b" providerId="LiveId" clId="{80693E12-3705-4A39-9203-16A234966FC0}" dt="2026-10-25T09:46:24.979" v="8" actId="14100"/>
        <pc:sldMkLst>
          <pc:docMk/>
          <pc:sldMk cId="3399375718" sldId="263"/>
        </pc:sldMkLst>
        <pc:picChg chg="mod">
          <ac:chgData name="ANAND K SRIVASTAVA" userId="fe60f65fa1476c4b" providerId="LiveId" clId="{80693E12-3705-4A39-9203-16A234966FC0}" dt="2026-10-25T09:46:24.979" v="8" actId="14100"/>
          <ac:picMkLst>
            <pc:docMk/>
            <pc:sldMk cId="3399375718" sldId="263"/>
            <ac:picMk id="3" creationId="{68A16F61-F6F4-315A-6DAD-5F7A1B39DF97}"/>
          </ac:picMkLst>
        </pc:picChg>
      </pc:sldChg>
      <pc:sldChg chg="modSp mod">
        <pc:chgData name="ANAND K SRIVASTAVA" userId="fe60f65fa1476c4b" providerId="LiveId" clId="{80693E12-3705-4A39-9203-16A234966FC0}" dt="2026-10-25T09:46:14.141" v="5" actId="14100"/>
        <pc:sldMkLst>
          <pc:docMk/>
          <pc:sldMk cId="2009890851" sldId="264"/>
        </pc:sldMkLst>
        <pc:picChg chg="mod">
          <ac:chgData name="ANAND K SRIVASTAVA" userId="fe60f65fa1476c4b" providerId="LiveId" clId="{80693E12-3705-4A39-9203-16A234966FC0}" dt="2026-10-25T09:46:14.141" v="5" actId="14100"/>
          <ac:picMkLst>
            <pc:docMk/>
            <pc:sldMk cId="2009890851" sldId="264"/>
            <ac:picMk id="3" creationId="{D071EEDE-FE2E-9E1E-2ADA-2FB3629FC00E}"/>
          </ac:picMkLst>
        </pc:picChg>
      </pc:sldChg>
      <pc:sldChg chg="modSp mod">
        <pc:chgData name="ANAND K SRIVASTAVA" userId="fe60f65fa1476c4b" providerId="LiveId" clId="{80693E12-3705-4A39-9203-16A234966FC0}" dt="2026-10-25T09:45:58.308" v="2" actId="14100"/>
        <pc:sldMkLst>
          <pc:docMk/>
          <pc:sldMk cId="61507500" sldId="265"/>
        </pc:sldMkLst>
        <pc:picChg chg="mod">
          <ac:chgData name="ANAND K SRIVASTAVA" userId="fe60f65fa1476c4b" providerId="LiveId" clId="{80693E12-3705-4A39-9203-16A234966FC0}" dt="2026-10-25T09:45:58.308" v="2" actId="14100"/>
          <ac:picMkLst>
            <pc:docMk/>
            <pc:sldMk cId="61507500" sldId="265"/>
            <ac:picMk id="3" creationId="{B9AE510E-96EB-B7E3-1D67-7D6CCE28DC66}"/>
          </ac:picMkLst>
        </pc:picChg>
      </pc:sldChg>
      <pc:sldChg chg="modSp mod">
        <pc:chgData name="ANAND K SRIVASTAVA" userId="fe60f65fa1476c4b" providerId="LiveId" clId="{80693E12-3705-4A39-9203-16A234966FC0}" dt="2026-10-25T09:52:27.719" v="84" actId="14100"/>
        <pc:sldMkLst>
          <pc:docMk/>
          <pc:sldMk cId="3959121330" sldId="282"/>
        </pc:sldMkLst>
        <pc:picChg chg="mod">
          <ac:chgData name="ANAND K SRIVASTAVA" userId="fe60f65fa1476c4b" providerId="LiveId" clId="{80693E12-3705-4A39-9203-16A234966FC0}" dt="2026-10-25T09:52:27.719" v="84" actId="14100"/>
          <ac:picMkLst>
            <pc:docMk/>
            <pc:sldMk cId="3959121330" sldId="282"/>
            <ac:picMk id="3" creationId="{F050A481-EF07-19C0-5787-EF4AD00E8084}"/>
          </ac:picMkLst>
        </pc:picChg>
      </pc:sldChg>
      <pc:sldChg chg="modSp mod">
        <pc:chgData name="ANAND K SRIVASTAVA" userId="fe60f65fa1476c4b" providerId="LiveId" clId="{80693E12-3705-4A39-9203-16A234966FC0}" dt="2026-10-25T09:52:17.888" v="81" actId="14100"/>
        <pc:sldMkLst>
          <pc:docMk/>
          <pc:sldMk cId="845638020" sldId="283"/>
        </pc:sldMkLst>
        <pc:picChg chg="mod">
          <ac:chgData name="ANAND K SRIVASTAVA" userId="fe60f65fa1476c4b" providerId="LiveId" clId="{80693E12-3705-4A39-9203-16A234966FC0}" dt="2026-10-25T09:52:17.888" v="81" actId="14100"/>
          <ac:picMkLst>
            <pc:docMk/>
            <pc:sldMk cId="845638020" sldId="283"/>
            <ac:picMk id="3" creationId="{64FE0B6B-1012-F8B6-CCF4-827E8EE18FD0}"/>
          </ac:picMkLst>
        </pc:picChg>
      </pc:sldChg>
      <pc:sldChg chg="modSp mod">
        <pc:chgData name="ANAND K SRIVASTAVA" userId="fe60f65fa1476c4b" providerId="LiveId" clId="{80693E12-3705-4A39-9203-16A234966FC0}" dt="2026-10-25T09:52:05.578" v="78" actId="14100"/>
        <pc:sldMkLst>
          <pc:docMk/>
          <pc:sldMk cId="286399036" sldId="284"/>
        </pc:sldMkLst>
        <pc:picChg chg="mod">
          <ac:chgData name="ANAND K SRIVASTAVA" userId="fe60f65fa1476c4b" providerId="LiveId" clId="{80693E12-3705-4A39-9203-16A234966FC0}" dt="2026-10-25T09:52:05.578" v="78" actId="14100"/>
          <ac:picMkLst>
            <pc:docMk/>
            <pc:sldMk cId="286399036" sldId="284"/>
            <ac:picMk id="3" creationId="{2E00CA9B-AC22-0146-4DC7-D0C6E137CE1B}"/>
          </ac:picMkLst>
        </pc:picChg>
      </pc:sldChg>
      <pc:sldChg chg="modSp mod">
        <pc:chgData name="ANAND K SRIVASTAVA" userId="fe60f65fa1476c4b" providerId="LiveId" clId="{80693E12-3705-4A39-9203-16A234966FC0}" dt="2026-10-25T09:51:54.944" v="75" actId="14100"/>
        <pc:sldMkLst>
          <pc:docMk/>
          <pc:sldMk cId="1256791647" sldId="285"/>
        </pc:sldMkLst>
        <pc:picChg chg="mod">
          <ac:chgData name="ANAND K SRIVASTAVA" userId="fe60f65fa1476c4b" providerId="LiveId" clId="{80693E12-3705-4A39-9203-16A234966FC0}" dt="2026-10-25T09:51:54.944" v="75" actId="14100"/>
          <ac:picMkLst>
            <pc:docMk/>
            <pc:sldMk cId="1256791647" sldId="285"/>
            <ac:picMk id="3" creationId="{CC5A2237-3B78-FD68-8169-EC8F60384EFE}"/>
          </ac:picMkLst>
        </pc:picChg>
      </pc:sldChg>
      <pc:sldChg chg="modSp mod">
        <pc:chgData name="ANAND K SRIVASTAVA" userId="fe60f65fa1476c4b" providerId="LiveId" clId="{80693E12-3705-4A39-9203-16A234966FC0}" dt="2026-10-25T09:51:36.374" v="71" actId="14100"/>
        <pc:sldMkLst>
          <pc:docMk/>
          <pc:sldMk cId="2473172310" sldId="286"/>
        </pc:sldMkLst>
        <pc:picChg chg="mod">
          <ac:chgData name="ANAND K SRIVASTAVA" userId="fe60f65fa1476c4b" providerId="LiveId" clId="{80693E12-3705-4A39-9203-16A234966FC0}" dt="2026-10-25T09:51:36.374" v="71" actId="14100"/>
          <ac:picMkLst>
            <pc:docMk/>
            <pc:sldMk cId="2473172310" sldId="286"/>
            <ac:picMk id="3" creationId="{0CFBEC5C-316C-5411-7D00-487D4FBB71F0}"/>
          </ac:picMkLst>
        </pc:picChg>
      </pc:sldChg>
      <pc:sldChg chg="modSp mod">
        <pc:chgData name="ANAND K SRIVASTAVA" userId="fe60f65fa1476c4b" providerId="LiveId" clId="{80693E12-3705-4A39-9203-16A234966FC0}" dt="2026-10-25T09:51:26.098" v="68" actId="14100"/>
        <pc:sldMkLst>
          <pc:docMk/>
          <pc:sldMk cId="4291284487" sldId="287"/>
        </pc:sldMkLst>
        <pc:picChg chg="mod">
          <ac:chgData name="ANAND K SRIVASTAVA" userId="fe60f65fa1476c4b" providerId="LiveId" clId="{80693E12-3705-4A39-9203-16A234966FC0}" dt="2026-10-25T09:51:26.098" v="68" actId="14100"/>
          <ac:picMkLst>
            <pc:docMk/>
            <pc:sldMk cId="4291284487" sldId="287"/>
            <ac:picMk id="3" creationId="{6527AAA8-5DBF-F665-A80D-C884AAE96FF6}"/>
          </ac:picMkLst>
        </pc:picChg>
      </pc:sldChg>
      <pc:sldChg chg="modSp mod">
        <pc:chgData name="ANAND K SRIVASTAVA" userId="fe60f65fa1476c4b" providerId="LiveId" clId="{80693E12-3705-4A39-9203-16A234966FC0}" dt="2026-10-25T09:51:01.128" v="65" actId="14100"/>
        <pc:sldMkLst>
          <pc:docMk/>
          <pc:sldMk cId="766512583" sldId="288"/>
        </pc:sldMkLst>
        <pc:picChg chg="mod">
          <ac:chgData name="ANAND K SRIVASTAVA" userId="fe60f65fa1476c4b" providerId="LiveId" clId="{80693E12-3705-4A39-9203-16A234966FC0}" dt="2026-10-25T09:51:01.128" v="65" actId="14100"/>
          <ac:picMkLst>
            <pc:docMk/>
            <pc:sldMk cId="766512583" sldId="288"/>
            <ac:picMk id="3" creationId="{D389D9FE-E87B-3805-C143-DA3319808F49}"/>
          </ac:picMkLst>
        </pc:picChg>
      </pc:sldChg>
      <pc:sldChg chg="modSp mod">
        <pc:chgData name="ANAND K SRIVASTAVA" userId="fe60f65fa1476c4b" providerId="LiveId" clId="{80693E12-3705-4A39-9203-16A234966FC0}" dt="2026-10-25T09:50:46.597" v="62" actId="14100"/>
        <pc:sldMkLst>
          <pc:docMk/>
          <pc:sldMk cId="445409402" sldId="289"/>
        </pc:sldMkLst>
        <pc:picChg chg="mod">
          <ac:chgData name="ANAND K SRIVASTAVA" userId="fe60f65fa1476c4b" providerId="LiveId" clId="{80693E12-3705-4A39-9203-16A234966FC0}" dt="2026-10-25T09:50:46.597" v="62" actId="14100"/>
          <ac:picMkLst>
            <pc:docMk/>
            <pc:sldMk cId="445409402" sldId="289"/>
            <ac:picMk id="3" creationId="{F8FC2B31-A56B-8ADD-A5CB-E6968426DFB4}"/>
          </ac:picMkLst>
        </pc:picChg>
      </pc:sldChg>
      <pc:sldChg chg="modSp mod">
        <pc:chgData name="ANAND K SRIVASTAVA" userId="fe60f65fa1476c4b" providerId="LiveId" clId="{80693E12-3705-4A39-9203-16A234966FC0}" dt="2026-10-25T09:50:22.437" v="56" actId="14100"/>
        <pc:sldMkLst>
          <pc:docMk/>
          <pc:sldMk cId="3108628804" sldId="290"/>
        </pc:sldMkLst>
        <pc:picChg chg="mod">
          <ac:chgData name="ANAND K SRIVASTAVA" userId="fe60f65fa1476c4b" providerId="LiveId" clId="{80693E12-3705-4A39-9203-16A234966FC0}" dt="2026-10-25T09:50:22.437" v="56" actId="14100"/>
          <ac:picMkLst>
            <pc:docMk/>
            <pc:sldMk cId="3108628804" sldId="290"/>
            <ac:picMk id="3" creationId="{156E8376-7060-9BF6-8A3B-E9467495F0B0}"/>
          </ac:picMkLst>
        </pc:picChg>
      </pc:sldChg>
      <pc:sldChg chg="modSp mod">
        <pc:chgData name="ANAND K SRIVASTAVA" userId="fe60f65fa1476c4b" providerId="LiveId" clId="{80693E12-3705-4A39-9203-16A234966FC0}" dt="2026-10-25T09:50:09.199" v="53" actId="14100"/>
        <pc:sldMkLst>
          <pc:docMk/>
          <pc:sldMk cId="462577373" sldId="291"/>
        </pc:sldMkLst>
        <pc:picChg chg="mod">
          <ac:chgData name="ANAND K SRIVASTAVA" userId="fe60f65fa1476c4b" providerId="LiveId" clId="{80693E12-3705-4A39-9203-16A234966FC0}" dt="2026-10-25T09:50:09.199" v="53" actId="14100"/>
          <ac:picMkLst>
            <pc:docMk/>
            <pc:sldMk cId="462577373" sldId="291"/>
            <ac:picMk id="3" creationId="{6C13AB03-66D3-DDA9-3B3C-70161AB62DB9}"/>
          </ac:picMkLst>
        </pc:picChg>
      </pc:sldChg>
      <pc:sldChg chg="modSp mod">
        <pc:chgData name="ANAND K SRIVASTAVA" userId="fe60f65fa1476c4b" providerId="LiveId" clId="{80693E12-3705-4A39-9203-16A234966FC0}" dt="2026-10-25T09:49:53.823" v="50" actId="14100"/>
        <pc:sldMkLst>
          <pc:docMk/>
          <pc:sldMk cId="3547083497" sldId="292"/>
        </pc:sldMkLst>
        <pc:picChg chg="mod">
          <ac:chgData name="ANAND K SRIVASTAVA" userId="fe60f65fa1476c4b" providerId="LiveId" clId="{80693E12-3705-4A39-9203-16A234966FC0}" dt="2026-10-25T09:49:53.823" v="50" actId="14100"/>
          <ac:picMkLst>
            <pc:docMk/>
            <pc:sldMk cId="3547083497" sldId="292"/>
            <ac:picMk id="3" creationId="{8EC02039-8487-2711-FD5D-A5ABCBC68E8F}"/>
          </ac:picMkLst>
        </pc:picChg>
      </pc:sldChg>
      <pc:sldChg chg="modSp mod">
        <pc:chgData name="ANAND K SRIVASTAVA" userId="fe60f65fa1476c4b" providerId="LiveId" clId="{80693E12-3705-4A39-9203-16A234966FC0}" dt="2026-10-25T09:49:41.469" v="47" actId="14100"/>
        <pc:sldMkLst>
          <pc:docMk/>
          <pc:sldMk cId="3450613385" sldId="293"/>
        </pc:sldMkLst>
        <pc:picChg chg="mod">
          <ac:chgData name="ANAND K SRIVASTAVA" userId="fe60f65fa1476c4b" providerId="LiveId" clId="{80693E12-3705-4A39-9203-16A234966FC0}" dt="2026-10-25T09:49:41.469" v="47" actId="14100"/>
          <ac:picMkLst>
            <pc:docMk/>
            <pc:sldMk cId="3450613385" sldId="293"/>
            <ac:picMk id="3" creationId="{1941C7C8-28A1-076F-8EF1-E5C51CEE3B6D}"/>
          </ac:picMkLst>
        </pc:picChg>
      </pc:sldChg>
      <pc:sldChg chg="addSp modSp mod">
        <pc:chgData name="ANAND K SRIVASTAVA" userId="fe60f65fa1476c4b" providerId="LiveId" clId="{80693E12-3705-4A39-9203-16A234966FC0}" dt="2026-10-25T09:49:06.742" v="40" actId="1076"/>
        <pc:sldMkLst>
          <pc:docMk/>
          <pc:sldMk cId="1010656584" sldId="294"/>
        </pc:sldMkLst>
        <pc:spChg chg="add mod ord">
          <ac:chgData name="ANAND K SRIVASTAVA" userId="fe60f65fa1476c4b" providerId="LiveId" clId="{80693E12-3705-4A39-9203-16A234966FC0}" dt="2026-10-25T09:49:06.742" v="40" actId="1076"/>
          <ac:spMkLst>
            <pc:docMk/>
            <pc:sldMk cId="1010656584" sldId="294"/>
            <ac:spMk id="4" creationId="{034981C6-4B0E-EFCD-7723-A35DFE7148F9}"/>
          </ac:spMkLst>
        </pc:spChg>
        <pc:spChg chg="add">
          <ac:chgData name="ANAND K SRIVASTAVA" userId="fe60f65fa1476c4b" providerId="LiveId" clId="{80693E12-3705-4A39-9203-16A234966FC0}" dt="2026-10-25T09:48:56.534" v="37" actId="11529"/>
          <ac:spMkLst>
            <pc:docMk/>
            <pc:sldMk cId="1010656584" sldId="294"/>
            <ac:spMk id="5" creationId="{C88DF01C-0983-8E3E-2E56-33815218B929}"/>
          </ac:spMkLst>
        </pc:spChg>
        <pc:picChg chg="mod">
          <ac:chgData name="ANAND K SRIVASTAVA" userId="fe60f65fa1476c4b" providerId="LiveId" clId="{80693E12-3705-4A39-9203-16A234966FC0}" dt="2026-10-25T09:48:30.808" v="26" actId="14100"/>
          <ac:picMkLst>
            <pc:docMk/>
            <pc:sldMk cId="1010656584" sldId="294"/>
            <ac:picMk id="3" creationId="{975C7BFF-E8DF-F6A8-C312-DBFDEF4F5878}"/>
          </ac:picMkLst>
        </pc:picChg>
      </pc:sldChg>
      <pc:sldChg chg="modSp mod">
        <pc:chgData name="ANAND K SRIVASTAVA" userId="fe60f65fa1476c4b" providerId="LiveId" clId="{80693E12-3705-4A39-9203-16A234966FC0}" dt="2026-10-25T09:48:18.644" v="23" actId="14100"/>
        <pc:sldMkLst>
          <pc:docMk/>
          <pc:sldMk cId="1259278998" sldId="295"/>
        </pc:sldMkLst>
        <pc:picChg chg="mod">
          <ac:chgData name="ANAND K SRIVASTAVA" userId="fe60f65fa1476c4b" providerId="LiveId" clId="{80693E12-3705-4A39-9203-16A234966FC0}" dt="2026-10-25T09:48:18.644" v="23" actId="14100"/>
          <ac:picMkLst>
            <pc:docMk/>
            <pc:sldMk cId="1259278998" sldId="295"/>
            <ac:picMk id="3" creationId="{E21F7DC7-E83D-6843-22F7-70F6001DA564}"/>
          </ac:picMkLst>
        </pc:picChg>
      </pc:sldChg>
      <pc:sldChg chg="modSp mod">
        <pc:chgData name="ANAND K SRIVASTAVA" userId="fe60f65fa1476c4b" providerId="LiveId" clId="{80693E12-3705-4A39-9203-16A234966FC0}" dt="2026-10-25T09:47:16.441" v="20" actId="14100"/>
        <pc:sldMkLst>
          <pc:docMk/>
          <pc:sldMk cId="2157464741" sldId="296"/>
        </pc:sldMkLst>
        <pc:picChg chg="mod">
          <ac:chgData name="ANAND K SRIVASTAVA" userId="fe60f65fa1476c4b" providerId="LiveId" clId="{80693E12-3705-4A39-9203-16A234966FC0}" dt="2026-10-25T09:47:16.441" v="20" actId="14100"/>
          <ac:picMkLst>
            <pc:docMk/>
            <pc:sldMk cId="2157464741" sldId="296"/>
            <ac:picMk id="3" creationId="{93E5101E-B415-18EC-47A9-731DC530AEBA}"/>
          </ac:picMkLst>
        </pc:picChg>
      </pc:sldChg>
      <pc:sldChg chg="modSp mod">
        <pc:chgData name="ANAND K SRIVASTAVA" userId="fe60f65fa1476c4b" providerId="LiveId" clId="{80693E12-3705-4A39-9203-16A234966FC0}" dt="2026-10-25T09:47:01.348" v="17" actId="14100"/>
        <pc:sldMkLst>
          <pc:docMk/>
          <pc:sldMk cId="2340079115" sldId="297"/>
        </pc:sldMkLst>
        <pc:picChg chg="mod">
          <ac:chgData name="ANAND K SRIVASTAVA" userId="fe60f65fa1476c4b" providerId="LiveId" clId="{80693E12-3705-4A39-9203-16A234966FC0}" dt="2026-10-25T09:47:01.348" v="17" actId="14100"/>
          <ac:picMkLst>
            <pc:docMk/>
            <pc:sldMk cId="2340079115" sldId="297"/>
            <ac:picMk id="3" creationId="{1FDCFDA0-8103-81A3-53A7-4C8A534F0825}"/>
          </ac:picMkLst>
        </pc:picChg>
      </pc:sldChg>
      <pc:sldChg chg="modSp mod">
        <pc:chgData name="ANAND K SRIVASTAVA" userId="fe60f65fa1476c4b" providerId="LiveId" clId="{80693E12-3705-4A39-9203-16A234966FC0}" dt="2026-10-25T09:46:35.691" v="11" actId="14100"/>
        <pc:sldMkLst>
          <pc:docMk/>
          <pc:sldMk cId="4291236308" sldId="298"/>
        </pc:sldMkLst>
        <pc:picChg chg="mod">
          <ac:chgData name="ANAND K SRIVASTAVA" userId="fe60f65fa1476c4b" providerId="LiveId" clId="{80693E12-3705-4A39-9203-16A234966FC0}" dt="2026-10-25T09:46:35.691" v="11" actId="14100"/>
          <ac:picMkLst>
            <pc:docMk/>
            <pc:sldMk cId="4291236308" sldId="298"/>
            <ac:picMk id="3" creationId="{F49C4CF6-B843-D4F2-3578-86D0F03E9C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8C12-3606-E1EE-6037-A003DEEDF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716EC-966D-07A2-3C92-A4BD5EF49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12388-8B49-B397-8694-40ED8A3E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C29EB-178F-4112-BBDD-399DCE0C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58137-A256-B56F-5795-2D2F3014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8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8355-B708-4497-2558-F45B1910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070D7-7251-2C1F-72B7-449B551FD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7FBEC-0C98-8EFE-D75E-9EBCFA5F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A115E-F349-0596-E29B-FFE853F4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E223B-9CAD-50C1-90E2-3A4C12A3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2AB0-25B4-4734-DE29-7C1D0D88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9451D-0338-A51F-F9C7-F93169BF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E567E-BFD4-A3F6-BACC-D45E0169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F2664-186F-718D-885E-06E21754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43CB7-5A72-7D96-571E-47819EDF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9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F2BA-3AAA-6888-BD54-E3428452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3ACFC-D81C-84A1-007F-5114FC6C1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08E8F-476F-E765-9E32-76F5E76E8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C29FF-9245-3C34-7026-0754BF60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4FB07-A560-DCC6-CB24-0FC1B405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17CFA-89FD-83BE-89B9-EFC13626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7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0403-27D9-BCCF-CB01-32C50C80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39F24-696B-9EB8-E23B-3E563B9C6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0DC96-1856-ACCB-7A39-BD41B2162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1201A-3855-D645-6149-AE12AC307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11E95-6536-028E-424B-0DCB3438C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3D08E4-A813-9175-1CE9-FEDCD175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1B09A-86D7-2F5D-96E6-82622404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B10A6-A63C-68AA-618B-D675CDDB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B322-CB51-389A-C9DE-AAC0E474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7FDC2-13E3-C2B3-D5D9-B598E4FA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79F64-5FCF-B58B-0C4D-1B23CB32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1BB84-00A5-81F7-CE89-DE4D6733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0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CD5E1-E78E-6175-AB18-F9E135649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33AEF-5EAE-38EB-5E3D-7C6A497E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D6EF5-8786-C6CF-F769-394AB55F6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9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529E-FEBC-0CB1-AC46-9365BBB2C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368D9-168B-0611-C17B-BD26466D2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87FBA-9AF9-A43E-38A0-A5DA5BCAF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7ABC0-5DDA-86AD-E8DE-2841F8713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6FC6D-9FE6-E1DF-57B7-695C05EB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D3922-D769-5097-82B4-D1C915CE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1E48-2219-796A-09B5-8C75D995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559A7-D899-FB52-AE5A-A7170DA87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3E4EB-F2EF-79A8-F199-A89F54590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06087-F56A-A19D-B6AB-9772E608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0B306-49EA-A8F5-937D-42CBE35B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A4C81-5C4A-2744-921B-F20AEDF7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9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2947-23F8-8901-1D7E-A80CB2DA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D1014-486C-ADA2-3915-E6BE460BB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DE423-2862-5F60-9E04-2FEF9AC23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28ED-0D77-4F99-5DE2-B1A9659A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F1477-128D-8339-7D7B-8958A048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8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BE74A2-440B-BA36-2E48-C502B5FE9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E8862-5B57-2842-D92B-560531041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D6483-9BAD-8984-7D42-4EF5BB24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A5B3C-B5C6-B18E-CE08-2422EB6E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7B34C-1E10-897D-2550-776D0097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2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002A8-D4F0-E15E-45C5-1A8DD433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281DC-5325-E50D-1579-5560E8505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7B832-25CF-BD5B-73DD-6BA11A44F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8E0B6-68A7-4247-A53E-6AAFF9ED41C3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BCD91-4AA7-0359-459F-2C27639BA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B9D8-857C-2E49-B0E9-456073392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ED48D-D405-48B8-85E0-73BCE6EA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8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7025A-013E-86E3-0452-9705A5EFE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16" y="162418"/>
            <a:ext cx="11244520" cy="628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1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50A481-EF07-19C0-5787-EF4AD00E8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5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2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FE0B6B-1012-F8B6-CCF4-827E8EE18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0558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3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0CA9B-AC22-0146-4DC7-D0C6E137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064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A2237-3B78-FD68-8169-EC8F6038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0" y="0"/>
            <a:ext cx="121529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9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0D209-6D0C-5070-F202-E517ACF5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5" y="232605"/>
            <a:ext cx="11397784" cy="628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6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BEC5C-316C-5411-7D00-487D4FBB7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656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7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7AAA8-5DBF-F665-A80D-C884AAE9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8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9D9FE-E87B-3805-C143-DA3319808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1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FC2B31-A56B-8ADD-A5CB-E6968426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60663" cy="674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0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585D9-9765-3258-350F-09DB167A7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0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6E8376-7060-9BF6-8A3B-E9467495F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12"/>
            <a:ext cx="12151415" cy="680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28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3AB03-66D3-DDA9-3B3C-70161AB62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77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02039-8487-2711-FD5D-A5ABCBC68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83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1C7C8-28A1-076F-8EF1-E5C51CEE3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1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F926-B164-2F75-C9DB-0C2FC376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4E60D-C16B-2C97-F167-0DBCAB43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00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5C7BFF-E8DF-F6A8-C312-DBFDEF4F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7534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8DF01C-0983-8E3E-2E56-33815218B929}"/>
              </a:ext>
            </a:extLst>
          </p:cNvPr>
          <p:cNvSpPr/>
          <p:nvPr/>
        </p:nvSpPr>
        <p:spPr>
          <a:xfrm>
            <a:off x="4362138" y="1364105"/>
            <a:ext cx="2488367" cy="719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981C6-4B0E-EFCD-7723-A35DFE7148F9}"/>
              </a:ext>
            </a:extLst>
          </p:cNvPr>
          <p:cNvSpPr/>
          <p:nvPr/>
        </p:nvSpPr>
        <p:spPr>
          <a:xfrm>
            <a:off x="4233861" y="1262204"/>
            <a:ext cx="27449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Staircase</a:t>
            </a:r>
          </a:p>
        </p:txBody>
      </p:sp>
    </p:spTree>
    <p:extLst>
      <p:ext uri="{BB962C8B-B14F-4D97-AF65-F5344CB8AC3E}">
        <p14:creationId xmlns:p14="http://schemas.microsoft.com/office/powerpoint/2010/main" val="1010656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F7DC7-E83D-6843-22F7-70F6001DA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49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78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E5101E-B415-18EC-47A9-731DC530A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3452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64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CFDA0-8103-81A3-53A7-4C8A534F0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19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79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008B-A2B9-8957-1884-8167DCEC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AD756-F738-A50B-6E0C-4E9682070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53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9C4CF6-B843-D4F2-3578-86D0F03E9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6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36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13FE-2A49-39E2-AE0A-3F2287C3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A16F61-F6F4-315A-6DAD-5F7A1B39D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3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5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1F06-1A89-F868-8163-BE7CD23B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1EEDE-FE2E-9E1E-2ADA-2FB3629F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6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90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3E26-A6DB-CAFF-DEC2-5C4A7FB7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E510E-96EB-B7E3-1D67-7D6CCE28D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24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Office PowerPoint</Application>
  <PresentationFormat>Widescreen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K SRIVASTAVA</dc:creator>
  <cp:lastModifiedBy>ANAND K SRIVASTAVA</cp:lastModifiedBy>
  <cp:revision>1</cp:revision>
  <dcterms:created xsi:type="dcterms:W3CDTF">2026-10-25T09:34:06Z</dcterms:created>
  <dcterms:modified xsi:type="dcterms:W3CDTF">2026-10-25T09:54:47Z</dcterms:modified>
</cp:coreProperties>
</file>